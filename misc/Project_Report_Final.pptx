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9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073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4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8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71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10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378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53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16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08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019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4355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127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85514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23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926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796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706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01775"/>
            <a:ext cx="7772400" cy="1470025"/>
          </a:xfrm>
        </p:spPr>
        <p:txBody>
          <a:bodyPr/>
          <a:lstStyle/>
          <a:p>
            <a:r>
              <a:rPr lang="en-US" dirty="0"/>
              <a:t>Network Intrusion Detection System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83943"/>
            <a:ext cx="6400800" cy="1752600"/>
          </a:xfrm>
        </p:spPr>
        <p:txBody>
          <a:bodyPr>
            <a:normAutofit/>
          </a:bodyPr>
          <a:lstStyle/>
          <a:p>
            <a:r>
              <a:rPr dirty="0"/>
              <a:t>A Hybrid Zero-Day </a:t>
            </a:r>
            <a:r>
              <a:rPr dirty="0" err="1"/>
              <a:t>NetGuard</a:t>
            </a:r>
            <a:r>
              <a:rPr dirty="0"/>
              <a:t> Built on Golang and Python AI</a:t>
            </a:r>
          </a:p>
          <a:p>
            <a:endParaRPr dirty="0"/>
          </a:p>
          <a:p>
            <a:r>
              <a:rPr dirty="0"/>
              <a:t>Author: Gaurav </a:t>
            </a:r>
            <a:r>
              <a:rPr lang="en-US" dirty="0"/>
              <a:t>K </a:t>
            </a:r>
            <a:r>
              <a:rPr dirty="0"/>
              <a:t>Prasad</a:t>
            </a:r>
            <a:r>
              <a:rPr lang="en-US" dirty="0"/>
              <a:t> (23BCE0449)</a:t>
            </a:r>
            <a:endParaRPr dirty="0"/>
          </a:p>
          <a:p>
            <a:r>
              <a:rPr dirty="0"/>
              <a:t>March 31,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 /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Modern threats bypass traditional signature-matching systems.</a:t>
            </a:r>
          </a:p>
          <a:p>
            <a:r>
              <a:rPr sz="2000" dirty="0"/>
              <a:t>AI solutions are effective but lack high-speed throughput capability.</a:t>
            </a:r>
          </a:p>
          <a:p>
            <a:r>
              <a:rPr sz="2000" dirty="0" err="1"/>
              <a:t>NetGuard</a:t>
            </a:r>
            <a:r>
              <a:rPr sz="2000" dirty="0"/>
              <a:t> uses a hybrid approach: Golang for wire-speed packet capture &amp; IP blacklisting.</a:t>
            </a:r>
          </a:p>
          <a:p>
            <a:r>
              <a:rPr sz="2000" dirty="0"/>
              <a:t>Python </a:t>
            </a:r>
            <a:r>
              <a:rPr sz="2000" dirty="0" err="1"/>
              <a:t>FastAPI</a:t>
            </a:r>
            <a:r>
              <a:rPr sz="2000" dirty="0"/>
              <a:t> + Scikit-Learn for asynchronous Zero-Day anomaly detection (Isolation Forest).</a:t>
            </a:r>
          </a:p>
          <a:p>
            <a:r>
              <a:rPr sz="2000" dirty="0"/>
              <a:t>Telemetry and alerts are streamed via SSE to a live analytics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7335330" cy="3880773"/>
          </a:xfrm>
        </p:spPr>
        <p:txBody>
          <a:bodyPr>
            <a:noAutofit/>
          </a:bodyPr>
          <a:lstStyle/>
          <a:p>
            <a:r>
              <a:rPr sz="2400" dirty="0"/>
              <a:t>Traditional NIDS rely heavily on static signatures, vulnerable to polymorphic changes.</a:t>
            </a:r>
          </a:p>
          <a:p>
            <a:r>
              <a:rPr sz="2400" dirty="0"/>
              <a:t>Deep Packet Inspection (DPI) creates massive bottlenecks at 10-40 Gbps.</a:t>
            </a:r>
          </a:p>
          <a:p>
            <a:r>
              <a:rPr sz="2400" dirty="0"/>
              <a:t>Python's Global Interpreter Lock (GIL) limits pure AI-driven active network interception.</a:t>
            </a:r>
          </a:p>
          <a:p>
            <a:r>
              <a:rPr sz="2400" dirty="0"/>
              <a:t>Flow-Based Analysis evaluates mathematical shapes of connections instead of payload decoding.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1574"/>
            <a:ext cx="8229600" cy="4525963"/>
          </a:xfrm>
        </p:spPr>
        <p:txBody>
          <a:bodyPr>
            <a:normAutofit/>
          </a:bodyPr>
          <a:lstStyle/>
          <a:p>
            <a:r>
              <a:rPr sz="2800" dirty="0"/>
              <a:t>Develop a line-speed packet parser using low-level network hooks (Golang).</a:t>
            </a:r>
          </a:p>
          <a:p>
            <a:r>
              <a:rPr sz="2800" dirty="0"/>
              <a:t>Implement high-efficiency deterministic rule-matching for millions of IPs.</a:t>
            </a:r>
          </a:p>
          <a:p>
            <a:r>
              <a:rPr sz="2800" dirty="0"/>
              <a:t>Integrate unsupervised Machine Learning to detect zero-day flow anomalies.</a:t>
            </a:r>
          </a:p>
          <a:p>
            <a:r>
              <a:rPr sz="2800" dirty="0"/>
              <a:t>Deliver a seamless user experience via a real-time web interface (SSE).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Packet Capture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6895382" cy="3880773"/>
          </a:xfrm>
        </p:spPr>
        <p:txBody>
          <a:bodyPr>
            <a:noAutofit/>
          </a:bodyPr>
          <a:lstStyle/>
          <a:p>
            <a:r>
              <a:rPr sz="2400" dirty="0"/>
              <a:t>Implemented in Golang for memory safety and Goroutine concurrency.</a:t>
            </a:r>
          </a:p>
          <a:p>
            <a:r>
              <a:rPr sz="2400" dirty="0"/>
              <a:t>Binds to OS network interface using </a:t>
            </a:r>
            <a:r>
              <a:rPr sz="2400" dirty="0" err="1"/>
              <a:t>libpcap</a:t>
            </a:r>
            <a:r>
              <a:rPr sz="2400" dirty="0"/>
              <a:t> wrappers (</a:t>
            </a:r>
            <a:r>
              <a:rPr sz="2400" dirty="0" err="1"/>
              <a:t>gopacket</a:t>
            </a:r>
            <a:r>
              <a:rPr sz="2400" dirty="0"/>
              <a:t>).</a:t>
            </a:r>
          </a:p>
          <a:p>
            <a:r>
              <a:rPr sz="2400" dirty="0"/>
              <a:t>Decodes raw Ethernet frames sequentially into IPv4 and TCP/UDP sub-layers.</a:t>
            </a:r>
          </a:p>
          <a:p>
            <a:r>
              <a:rPr sz="2400" dirty="0"/>
              <a:t>Concurrent hash-map tracks active bi-directional network states.</a:t>
            </a:r>
          </a:p>
          <a:p>
            <a:r>
              <a:rPr sz="2400" dirty="0"/>
              <a:t>Summarizes metadata upon connection termination or temporal timeout.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High-Speed Blacklisting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Mass cross-referencing against 4 million indicators within the packet pipeline.</a:t>
            </a:r>
          </a:p>
          <a:p>
            <a:r>
              <a:rPr sz="2400" dirty="0"/>
              <a:t>Utilizes a custom Trie (Prefix) Tree for memory structuring.</a:t>
            </a:r>
          </a:p>
          <a:p>
            <a:r>
              <a:rPr sz="2400" dirty="0"/>
              <a:t>IPv4 addresses queried using bitwise edge hops.</a:t>
            </a:r>
          </a:p>
          <a:p>
            <a:r>
              <a:rPr sz="2400" dirty="0"/>
              <a:t>Operates in O(K) constant time complexity (max 32 edges).</a:t>
            </a:r>
          </a:p>
          <a:p>
            <a:r>
              <a:rPr sz="2400" dirty="0"/>
              <a:t>Lookup speeds remain mathematically immune to threat-list size.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Zero-Day AI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7033405" cy="3880773"/>
          </a:xfrm>
        </p:spPr>
        <p:txBody>
          <a:bodyPr>
            <a:noAutofit/>
          </a:bodyPr>
          <a:lstStyle/>
          <a:p>
            <a:r>
              <a:rPr sz="2400" dirty="0"/>
              <a:t>Machine Learning operates asynchronously inside isolated Python </a:t>
            </a:r>
            <a:r>
              <a:rPr sz="2400" dirty="0" err="1"/>
              <a:t>FastAPI</a:t>
            </a:r>
            <a:r>
              <a:rPr sz="2400" dirty="0"/>
              <a:t> backend.</a:t>
            </a:r>
          </a:p>
          <a:p>
            <a:r>
              <a:rPr sz="2400" dirty="0"/>
              <a:t>Go engine offloads network features via RESTful HTTP POST mechanism.</a:t>
            </a:r>
          </a:p>
          <a:p>
            <a:r>
              <a:rPr sz="2400" dirty="0"/>
              <a:t>Hosts pre-trained Scikit-Learn Isolation Forest model.</a:t>
            </a:r>
          </a:p>
          <a:p>
            <a:r>
              <a:rPr sz="2400" dirty="0"/>
              <a:t>Identifies unexpected traffic profiles without explicit signatures.</a:t>
            </a:r>
          </a:p>
          <a:p>
            <a:r>
              <a:rPr sz="2400" dirty="0"/>
              <a:t>Yields outlier classification labels (-1) for distinct deviations.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Diagram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607FDED-1F24-137B-24DF-A08E91B27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775124"/>
            <a:ext cx="9144000" cy="35265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Diagram</a:t>
            </a:r>
            <a:endParaRPr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C2267FF-DA7A-E1E2-1F43-0CD54BE584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058" y="1488280"/>
            <a:ext cx="8036191" cy="51772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7283571" cy="3880773"/>
          </a:xfrm>
        </p:spPr>
        <p:txBody>
          <a:bodyPr>
            <a:normAutofit/>
          </a:bodyPr>
          <a:lstStyle/>
          <a:p>
            <a:r>
              <a:rPr sz="2400" dirty="0"/>
              <a:t>Memory Footprint: Golang packet tracker maintained &lt; 20MB overhead.</a:t>
            </a:r>
          </a:p>
          <a:p>
            <a:r>
              <a:rPr sz="2400" dirty="0"/>
              <a:t>Execution Latency: API inference returned predictions within 4-8ms.</a:t>
            </a:r>
          </a:p>
          <a:p>
            <a:r>
              <a:rPr sz="2400" dirty="0"/>
              <a:t>Trie Tree Scaling: Zero packet-forwarding degradation despite 4-million IP list.</a:t>
            </a:r>
          </a:p>
          <a:p>
            <a:r>
              <a:rPr sz="2400" dirty="0"/>
              <a:t>Stream Stability: Real-time SSE proved resilient against UI freezing during restarts.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6964393" cy="3880773"/>
          </a:xfrm>
        </p:spPr>
        <p:txBody>
          <a:bodyPr>
            <a:normAutofit/>
          </a:bodyPr>
          <a:lstStyle/>
          <a:p>
            <a:r>
              <a:rPr sz="2400" dirty="0"/>
              <a:t>Hybrid microservices model effectively solved structural ML VS Packet analysis conflicts.</a:t>
            </a:r>
          </a:p>
          <a:p>
            <a:r>
              <a:rPr sz="2400" dirty="0"/>
              <a:t>Overcame asynchronous SSE tracking pointer bugs by utilizing active-reset.</a:t>
            </a:r>
          </a:p>
          <a:p>
            <a:r>
              <a:rPr sz="2400" dirty="0"/>
              <a:t>Current Limitation: Synchronous HTTP POST introduces high API coupling and backpressure.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Successfully engineered a line-rate capable, intelligent network monitor.</a:t>
            </a:r>
          </a:p>
          <a:p>
            <a:r>
              <a:rPr sz="2000" dirty="0"/>
              <a:t>Recommendation 1: Transition to High-Availability Message Brokers (Redis, RabbitMQ).</a:t>
            </a:r>
          </a:p>
          <a:p>
            <a:r>
              <a:rPr sz="2000" dirty="0"/>
              <a:t>Recommendation 2: Use </a:t>
            </a:r>
            <a:r>
              <a:rPr sz="2000" dirty="0" err="1"/>
              <a:t>ElasticSearch</a:t>
            </a:r>
            <a:r>
              <a:rPr sz="2000" dirty="0"/>
              <a:t> or Prometheus for time-series logging.</a:t>
            </a:r>
          </a:p>
          <a:p>
            <a:r>
              <a:rPr sz="2000" dirty="0"/>
              <a:t>Recommendation 3: Implement active response via </a:t>
            </a:r>
            <a:r>
              <a:rPr sz="2000" dirty="0" err="1"/>
              <a:t>eBPF</a:t>
            </a:r>
            <a:r>
              <a:rPr sz="2000" dirty="0"/>
              <a:t> kernel hooks to drop payloads.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</TotalTime>
  <Words>499</Words>
  <Application>Microsoft Office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Network Intrusion Detection System</vt:lpstr>
      <vt:lpstr>Abstract / Executive Summary</vt:lpstr>
      <vt:lpstr>Introduction &amp; Problem Statement</vt:lpstr>
      <vt:lpstr>Project Objectives</vt:lpstr>
      <vt:lpstr>Methodology: Packet Capture Engine</vt:lpstr>
      <vt:lpstr>Methodology: High-Speed Blacklisting</vt:lpstr>
      <vt:lpstr>Methodology: Zero-Day AI Engine</vt:lpstr>
      <vt:lpstr>System Architecture Diagram</vt:lpstr>
      <vt:lpstr>Sequence Diagram</vt:lpstr>
      <vt:lpstr>Results &amp; Findings</vt:lpstr>
      <vt:lpstr>Discussion &amp; Analysis</vt:lpstr>
      <vt:lpstr>Conclusion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Gaurav K Prasad</cp:lastModifiedBy>
  <cp:revision>2</cp:revision>
  <dcterms:created xsi:type="dcterms:W3CDTF">2013-01-27T09:14:16Z</dcterms:created>
  <dcterms:modified xsi:type="dcterms:W3CDTF">2026-03-31T10:31:33Z</dcterms:modified>
  <cp:category/>
</cp:coreProperties>
</file>